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2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presProps" Target="pres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jpeg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Code States Project #2</a:t>
            </a:r>
            <a:endParaRPr lang="en-US" altLang="ko-KR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박해성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프로젝트 목표</a:t>
            </a:r>
            <a:endParaRPr lang="ko-KR" altLang="en-US"/>
          </a:p>
        </p:txBody>
      </p:sp>
      <p:pic>
        <p:nvPicPr>
          <p:cNvPr id="4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5453495" y="1546078"/>
            <a:ext cx="4525963" cy="4525963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rcRect r="70040"/>
          <a:stretch>
            <a:fillRect/>
          </a:stretch>
        </p:blipFill>
        <p:spPr>
          <a:xfrm>
            <a:off x="2655940" y="2211201"/>
            <a:ext cx="1740713" cy="2435598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5453495" y="3043757"/>
            <a:ext cx="881351" cy="9968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6000"/>
              <a:t>+</a:t>
            </a:r>
            <a:endParaRPr lang="en-US" altLang="ko-KR" sz="6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Dlib facelandmark</a:t>
            </a:r>
            <a:endParaRPr lang="en-US" altLang="ko-KR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772172" y="1417638"/>
            <a:ext cx="8647655" cy="48516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face landmark test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4057310"/>
            <a:ext cx="10972798" cy="2068853"/>
          </a:xfrm>
        </p:spPr>
        <p:txBody>
          <a:bodyPr/>
          <a:lstStyle/>
          <a:p>
            <a:pPr>
              <a:defRPr/>
            </a:pPr>
            <a:r>
              <a:rPr lang="ko-KR" altLang="en-US"/>
              <a:t>정면의 사진에서 얼굴을 잘 인식하지만 이목구비의 차이가 많이 나는 경우에 어색하게 느껴짐</a:t>
            </a:r>
            <a:r>
              <a:rPr lang="en-US" altLang="ko-KR"/>
              <a:t>.</a:t>
            </a:r>
            <a:endParaRPr lang="en-US" altLang="ko-KR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5514" y="1600200"/>
            <a:ext cx="5810485" cy="2435598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05866" y="1600200"/>
            <a:ext cx="5486133" cy="24571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face landmark test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4743888"/>
            <a:ext cx="10972798" cy="1382274"/>
          </a:xfr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90311" y="1600200"/>
            <a:ext cx="7011378" cy="3143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face alignment</a:t>
            </a:r>
            <a:endParaRPr lang="en-US" altLang="ko-KR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609598" y="1553365"/>
            <a:ext cx="3473161" cy="4278532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1331182" y="5831897"/>
            <a:ext cx="2029993" cy="3665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gan</a:t>
            </a:r>
            <a:r>
              <a:rPr lang="ko-KR" altLang="en-US"/>
              <a:t>을 이용한 결과</a:t>
            </a:r>
            <a:endParaRPr lang="ko-KR" altLang="en-US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6000" y="1828435"/>
            <a:ext cx="2379121" cy="2828012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938328" y="1828435"/>
            <a:ext cx="2379121" cy="2828012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6252945" y="4911869"/>
            <a:ext cx="5849520" cy="63930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얼굴의 평형을 맞춤 </a:t>
            </a:r>
            <a:r>
              <a:rPr lang="en-US" altLang="ko-KR"/>
              <a:t>-&gt;</a:t>
            </a:r>
            <a:r>
              <a:rPr lang="ko-KR" altLang="en-US"/>
              <a:t> 각도가 많이 돌아가면 해상도 저하</a:t>
            </a:r>
            <a:endParaRPr lang="ko-KR" altLang="en-US"/>
          </a:p>
          <a:p>
            <a:pPr>
              <a:defRPr/>
            </a:pPr>
            <a:r>
              <a:rPr lang="ko-KR" altLang="en-US"/>
              <a:t>옆모습을 앞모습으로 바꿔주는 작업이 필요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296285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ko-KR" altLang="en-US"/>
              <a:t>아쉬웠던 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옆모습이 어색한 점을 해결하지 못했음</a:t>
            </a:r>
            <a:r>
              <a:rPr lang="en-US" altLang="ko-KR"/>
              <a:t>.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데이터가 부족하여 다양한 모델을 사용하지 못함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58</ep:Words>
  <ep:PresentationFormat>화면 슬라이드 쇼(4:3)</ep:PresentationFormat>
  <ep:Paragraphs>15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한컴오피스</vt:lpstr>
      <vt:lpstr>Code States Project #2</vt:lpstr>
      <vt:lpstr>프로젝트 목표</vt:lpstr>
      <vt:lpstr>Dlib facelandmark</vt:lpstr>
      <vt:lpstr>face landmark test</vt:lpstr>
      <vt:lpstr>face landmark test</vt:lpstr>
      <vt:lpstr>face alignment</vt:lpstr>
      <vt:lpstr>아쉬웠던 점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2022-03-29T04:18:57.548</dcterms:created>
  <dc:creator>parkhae</dc:creator>
  <cp:lastModifiedBy>parkhae</cp:lastModifiedBy>
  <dcterms:modified xsi:type="dcterms:W3CDTF">2022-03-29T07:55:10.192</dcterms:modified>
  <cp:revision>12</cp:revision>
  <dc:title>Code States Project #2</dc:title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